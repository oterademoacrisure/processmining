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8943D-5F8F-4A26-939F-51F5FD2B707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6C675-5EF7-49E6-AFA4-97D70E7DA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83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production breaks, the answer is usually already in the logs - just scattered across systems no one watches. This platform assembles it automatically.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17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Relatable example: a credit-check outage where each system shows only a fragment.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04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elevator pitch. Pause here.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489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right: sources -&gt; ingest/detect -&gt; correlate/diagnose -&gt; remediate. Two feedback loops: ServiceNow precedent in, approvals from the UI.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637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3 (the engine) and 6 (compounding value).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23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Diagnosis shifts from probable to definitive.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836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Gets smarter every time. Confidence + silence-when-unsure = trust.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810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Stress safety: deterministic gate + human approval + verify.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40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numbers from the actual pipeline, not a mockup.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19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Tie each row to a moment they saw in the demo.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611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Pre-empt the 'is the AI hallucinating?' question.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05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More pillars = higher confidence; this is where it grows.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38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on the one-liner. Offer to show the live UI.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6C675-5EF7-49E6-AFA4-97D70E7DA4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02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7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50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5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4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44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91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72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54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9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98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91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18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264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475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21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62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703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0204-795C-42C4-34EA-4FE65C87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B86F6-4030-CF9A-A5F0-7C88D66E0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EC307-9A61-DC12-89D7-AFFC12A9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19F91-6886-81CC-C052-9410F7AA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06C64-3AD9-052B-4212-667CAC1F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0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170AC79-FB0A-473B-AC52-C8236D6B56B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8E935B5-8B18-4170-8EBA-A830D3488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0BBA-133F-35CE-B326-31CDB4806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Process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C6592-9D1E-C4E4-1747-29DB88860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Multi-Source Root-Cause Analysis  |  From scattered logs to a diagnosed incident - with the proven fix.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31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FF5A-A7BB-4721-ECC5-D3CF1EC9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26F96-CBF8-F1A9-6BAF-B68E940EA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Clues scattered across Appian, Mule, infrastructure - no single tool sees the whole picture</a:t>
            </a:r>
          </a:p>
          <a:p>
            <a:r>
              <a:rPr lang="en-US"/>
              <a:t>3-4 teams spend hours manually correlating dashboards</a:t>
            </a:r>
          </a:p>
          <a:p>
            <a:r>
              <a:rPr lang="en-US"/>
              <a:t>'How we fixed it last time' lives in people's heads</a:t>
            </a:r>
          </a:p>
          <a:p>
            <a:r>
              <a:rPr lang="en-US"/>
              <a:t>Result: slow MTTR, repeated firefighting, tribal knowledge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95163-1CD9-5E37-1D77-79CA00DD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7FD22-9FF2-6DF5-807C-A3BDC865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1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9273-2F6B-1A93-96EC-06C0022A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A953-5A69-CC56-9C78-7C283298E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Scattered logs in -&gt; one diagnosed incident with the root cause, the proven fix, and a ready ServiceNow ticket out</a:t>
            </a:r>
          </a:p>
          <a:p>
            <a:r>
              <a:rPr lang="en-US"/>
              <a:t>Ingests all sources</a:t>
            </a:r>
          </a:p>
          <a:p>
            <a:r>
              <a:rPr lang="en-US"/>
              <a:t>Correlates related problems into ONE incident</a:t>
            </a:r>
          </a:p>
          <a:p>
            <a:r>
              <a:rPr lang="en-US"/>
              <a:t>Diagnoses the root cause across layers</a:t>
            </a:r>
          </a:p>
          <a:p>
            <a:r>
              <a:rPr lang="en-US"/>
              <a:t>Recommends &amp; files the fix; remembers how it was resolved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B276-8D19-E278-3A28-6F348D00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7B2DC-D733-0C9D-5AE6-3B7F0F8A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5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F670-C549-21BC-5425-75BA4837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60E5-8083-1F4F-D808-6DF461EB9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07A47-DF59-5329-F595-4F2FB453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747C3-408B-47E2-9ED3-EC830E89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A4544-8EB9-CB8F-D3BB-E8FF83A686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78" y="1524000"/>
            <a:ext cx="8692445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2EBB-3006-D544-4BAB-867C9881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- 6 Steps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4DD97-10FB-49A7-DB00-5832AE7E0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Ingest - all sources into one store</a:t>
            </a:r>
          </a:p>
          <a:p>
            <a:r>
              <a:rPr lang="en-US"/>
              <a:t>2. Detect - flag problems per source (rule-based)</a:t>
            </a:r>
          </a:p>
          <a:p>
            <a:r>
              <a:rPr lang="en-US"/>
              <a:t>3. Correlate - group into ONE incident, across systems</a:t>
            </a:r>
          </a:p>
          <a:p>
            <a:r>
              <a:rPr lang="en-US"/>
              <a:t>4. Diagnose - AI root cause (Mule + infra + past incidents)</a:t>
            </a:r>
          </a:p>
          <a:p>
            <a:r>
              <a:rPr lang="en-US"/>
              <a:t>5. Act - recommend fix + file ServiceNow ticket</a:t>
            </a:r>
          </a:p>
          <a:p>
            <a:r>
              <a:rPr lang="en-US"/>
              <a:t>6. Learn - resolved ticket becomes precedent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863BB-51A9-7A3D-8920-834EE9EF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964FA-4960-C725-67A6-F6D44368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26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DB93-077F-E0AD-3C81-1E3CF4FB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Mule Pinpoints WHERE It Failed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F9793-E077-3CBB-34E4-6983DCBAE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Appian / infra see THAT it is unhealthy; Mule sees WHERE</a:t>
            </a:r>
          </a:p>
          <a:p>
            <a:r>
              <a:rPr lang="en-US"/>
              <a:t>SocketTimeout -&gt; the downstream service did not respond</a:t>
            </a:r>
          </a:p>
          <a:p>
            <a:r>
              <a:rPr lang="en-US"/>
              <a:t>flow.error before any call -&gt; Mule itself</a:t>
            </a:r>
          </a:p>
          <a:p>
            <a:r>
              <a:rPr lang="en-US"/>
              <a:t>Turns 'integration unhealthy' into 'credit-bureau is down - page them, do not retry our side'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DF41D-1CBA-61AF-9DA1-85B187BC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F0ACC-2596-C65B-64E0-4C1650A9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16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DB3A-E154-06A7-FBD5-7FE2FF15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Institutional Memory (Precedent)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0CF5D-B790-A5BE-20B8-E5B62869A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Finds similar PAST incidents + their fixes, scored by confidence</a:t>
            </a:r>
          </a:p>
          <a:p>
            <a:r>
              <a:rPr lang="en-US"/>
              <a:t>e.g. INC0009999 - credit-bureau-prod - 98% - 'paged vendor, restarted gateway'</a:t>
            </a:r>
          </a:p>
          <a:p>
            <a:r>
              <a:rPr lang="en-US"/>
              <a:t>Threshold: &gt;= 0.60 confidence to surface; stays silent when unsure</a:t>
            </a:r>
          </a:p>
          <a:p>
            <a:r>
              <a:rPr lang="en-US"/>
              <a:t>Recommends an action based on the proven fix, citing the ticket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78A51-A942-4409-E8F2-00DBF5C0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3C633-10EE-2771-77C4-BD0121BA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5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2EDA-E71B-CB82-ADD5-E0F8877A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Remediation - Human in the Loop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05ACC-ADED-1C3A-D02A-28A7C866F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recommends; a human approves in the UI</a:t>
            </a:r>
          </a:p>
          <a:p>
            <a:r>
              <a:rPr lang="en-US"/>
              <a:t>Approved fixes run a workflow: validate -&gt; execute -&gt; verify -&gt; report</a:t>
            </a:r>
          </a:p>
          <a:p>
            <a:r>
              <a:rPr lang="en-US"/>
              <a:t>Allow-list gates commands; progress posted to the ServiceNow ticket</a:t>
            </a:r>
          </a:p>
          <a:p>
            <a:r>
              <a:rPr lang="en-US"/>
              <a:t>Never auto-remediates without approval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F4C67-DBD1-7AA3-4CEE-76D1639E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11A83-713B-CCE4-16D9-79FA295D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6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528D-F71E-86E2-AC51-FD921DE1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 - Real Data, End to End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51202-5461-CE74-CE8E-5BCBBBBD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188 events from 6 sources</a:t>
            </a:r>
          </a:p>
          <a:p>
            <a:r>
              <a:rPr lang="en-US"/>
              <a:t>-&gt; 10 findings -&gt; 3 incidents</a:t>
            </a:r>
          </a:p>
          <a:p>
            <a:r>
              <a:rPr lang="en-US"/>
              <a:t>-&gt; cross-pillar root cause (Appian + Mule + Prometheus + Fluentd in ONE incident)</a:t>
            </a:r>
          </a:p>
          <a:p>
            <a:r>
              <a:rPr lang="en-US"/>
              <a:t>-&gt; matching precedent at 98%, recommended fix, auto-ticketed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94ED2-1BFC-B723-608E-3FB245C4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26149-B918-F557-A0AB-30390E76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9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1EF2-91C0-51F5-DE82-6E7EA398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0015A-1B47-5C02-07D7-B941D7869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Faster MTTR - minutes, not hours</a:t>
            </a:r>
          </a:p>
          <a:p>
            <a:r>
              <a:rPr lang="en-US"/>
              <a:t>Right team, right fix - downstream vs our side</a:t>
            </a:r>
          </a:p>
          <a:p>
            <a:r>
              <a:rPr lang="en-US"/>
              <a:t>Institutional memory - proven fixes reused, confidence-scored</a:t>
            </a:r>
          </a:p>
          <a:p>
            <a:r>
              <a:rPr lang="en-US"/>
              <a:t>Trustworthy - cites evidence; silent when unsure; human-gated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E0890-8A50-F9CA-D2B9-BECC8E7A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11673-86B1-9AD4-766E-233E15DD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2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4B9C-1136-8F38-BAE6-EF93C573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It Is Trustworthy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4B9B1-F5C1-2F2A-E03A-C09150E73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Detection &amp; correlation are deterministic - not the AI guessing</a:t>
            </a:r>
          </a:p>
          <a:p>
            <a:r>
              <a:rPr lang="en-US"/>
              <a:t>The AI only narrates given evidence; cites real ticket numbers</a:t>
            </a:r>
          </a:p>
          <a:p>
            <a:r>
              <a:rPr lang="en-US"/>
              <a:t>Honest confidence - cautious with one pillar, confident when layers agree</a:t>
            </a:r>
          </a:p>
          <a:p>
            <a:r>
              <a:rPr lang="en-US"/>
              <a:t>No precedent below 60%; no remediation without approval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06AD3-A7E7-4644-A96F-3AD6092E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4407A-5736-8EF4-18DA-5C3AEE3F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47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AB11-0869-3CEB-A19C-449EABA3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F7629-C1E8-A395-4DFF-D0A81C4BA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Real-time streaming connectors (live Anypoint / Appian)</a:t>
            </a:r>
          </a:p>
          <a:p>
            <a:r>
              <a:rPr lang="en-US"/>
              <a:t>Embedding-based precedent reranking (semantic match)</a:t>
            </a:r>
          </a:p>
          <a:p>
            <a:r>
              <a:rPr lang="en-US"/>
              <a:t>Native ServiceNow approval workflow</a:t>
            </a:r>
          </a:p>
          <a:p>
            <a:r>
              <a:rPr lang="en-US"/>
              <a:t>Desktop-activity pillar (Soroco / ActivTrak)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EFDF0-DB1E-8B40-B3A5-E22F26DB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Process Mining - Multi-Source RCA   |   Confidential - Demo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A5940-2F22-0B66-5498-565B9322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935B5-8B18-4170-8EBA-A830D348825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32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2921-ECEE-F5F1-E65A-DB1DB4C75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1FAA2-F7D8-6EBA-9448-F7110B0D4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Logs in -&gt; diagnosed incident, proven fix, ready ticket - getting smarter every time.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824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813</Words>
  <Application>Microsoft Office PowerPoint</Application>
  <PresentationFormat>Widescreen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Century Gothic</vt:lpstr>
      <vt:lpstr>Wingdings 3</vt:lpstr>
      <vt:lpstr>Ion Boardroom</vt:lpstr>
      <vt:lpstr>Process Mining</vt:lpstr>
      <vt:lpstr>The Problem</vt:lpstr>
      <vt:lpstr>The Solution</vt:lpstr>
      <vt:lpstr>Architecture</vt:lpstr>
      <vt:lpstr>How It Works - 6 Steps</vt:lpstr>
      <vt:lpstr>Mule Pinpoints WHERE It Failed</vt:lpstr>
      <vt:lpstr>Institutional Memory (Precedent)</vt:lpstr>
      <vt:lpstr>Remediation - Human in the Loop</vt:lpstr>
      <vt:lpstr>Live Demo - Real Data, End to End</vt:lpstr>
      <vt:lpstr>The Value</vt:lpstr>
      <vt:lpstr>Why It Is Trustworthy</vt:lpstr>
      <vt:lpstr>Roadmap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1</cp:revision>
  <dcterms:created xsi:type="dcterms:W3CDTF">2026-06-23T07:32:19Z</dcterms:created>
  <dcterms:modified xsi:type="dcterms:W3CDTF">2026-06-23T07:32:21Z</dcterms:modified>
</cp:coreProperties>
</file>