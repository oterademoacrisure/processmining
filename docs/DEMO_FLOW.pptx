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831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0DC563-CEC7-48FE-8670-F43EA02097BB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2CD66-59B8-4E69-8FA3-FCAE394F3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049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Your presenter runbook - what to say, what to click, in order.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2CD66-59B8-4E69-8FA3-FCAE394F3E2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525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Say this verbatim or in your own words. Pause after.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2CD66-59B8-4E69-8FA3-FCAE394F3E2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216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Steps 3 and 6 are the heart: correlation + learning.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2CD66-59B8-4E69-8FA3-FCAE394F3E2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444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platform's edge is cross-pillar correlation.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2CD66-59B8-4E69-8FA3-FCAE394F3E2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543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 5 min before. Confirm the top report shows 5 sources + a precedent panel.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2CD66-59B8-4E69-8FA3-FCAE394F3E2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282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'five sources, one incident' beat.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2CD66-59B8-4E69-8FA3-FCAE394F3E2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038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'it has memory' beat - point at the confidence %.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2CD66-59B8-4E69-8FA3-FCAE394F3E2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877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End strong on the one-liner.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2CD66-59B8-4E69-8FA3-FCAE394F3E2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276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you show one screen: expand the top Root-Cause Report - it IS the pipeline.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2CD66-59B8-4E69-8FA3-FCAE394F3E2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3275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Land at least two of these explicitly.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2CD66-59B8-4E69-8FA3-FCAE394F3E2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8812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Pre-rehearse these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2CD66-59B8-4E69-8FA3-FCAE394F3E2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6067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Offer to show the live UI.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2CD66-59B8-4E69-8FA3-FCAE394F3E2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829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E8E9677-281D-4195-AE16-75524D27CE94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96C71FB8-293E-4FFE-9717-8C2B6B7D4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707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77-281D-4195-AE16-75524D27CE94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911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77-281D-4195-AE16-75524D27CE94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440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77-281D-4195-AE16-75524D27CE94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480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77-281D-4195-AE16-75524D27CE94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607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77-281D-4195-AE16-75524D27CE94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625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77-281D-4195-AE16-75524D27CE94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837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77-281D-4195-AE16-75524D27CE94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686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77-281D-4195-AE16-75524D27CE94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46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77-281D-4195-AE16-75524D27CE94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985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77-281D-4195-AE16-75524D27CE94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733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1"/>
            <a:ext cx="48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77-281D-4195-AE16-75524D27CE94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386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77-281D-4195-AE16-75524D27CE94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719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77-281D-4195-AE16-75524D27CE94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921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77-281D-4195-AE16-75524D27CE94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7956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8E8E9677-281D-4195-AE16-75524D27CE94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47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8E8E9677-281D-4195-AE16-75524D27CE94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4839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D4BB-FC9C-CE30-13B6-CFD425AF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0AF21-CD7A-B4FE-A338-9FBE90D2C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6AB9B-E71F-FE10-C372-5EC07C9A1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77-281D-4195-AE16-75524D27CE94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A2197-2232-096C-B073-48CC28B22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4E4E7-F840-25C1-89DF-CECB789B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981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fld id="{8E8E9677-281D-4195-AE16-75524D27CE94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fld id="{96C71FB8-293E-4FFE-9717-8C2B6B7D4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865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03DFA-8C15-AADA-3B4D-816BAACDE2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Demo Flow - Architect's Guide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87757-692B-E549-38F4-9B7EEEC548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How to present the Process Mining Multi-Source RCA platform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011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1915-F8AD-3B1A-0D33-823F32583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The 30-Second Pitch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BD756-3B61-0645-4100-538E8F98E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When production breaks, clues are scattered across many systems - no single tool sees the whole picture</a:t>
            </a:r>
          </a:p>
          <a:p>
            <a:r>
              <a:rPr lang="en-US"/>
              <a:t>The platform gathers them, correlates into ONE incident, diagnoses the root cause, recommends &amp; files the fix</a:t>
            </a:r>
          </a:p>
          <a:p>
            <a:r>
              <a:rPr lang="en-US"/>
              <a:t>And it remembers how we fixed it last time</a:t>
            </a:r>
          </a:p>
          <a:p>
            <a:r>
              <a:rPr lang="en-US"/>
              <a:t>Hours of cross-team firefighting become one diagnosed incident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50BB3F-6571-AB8D-15B1-83F986F91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Demo Flow - Architect's Guide   |   Internal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F48909-4CE9-FF8E-35C6-D48F9D5A7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378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5AED-6B5E-8669-018C-918A8E32E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It Does - 6 Steps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7B349-77D8-DC9D-F494-22B8431AD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1. Ingest - all sources into one store</a:t>
            </a:r>
          </a:p>
          <a:p>
            <a:r>
              <a:rPr lang="en-IN"/>
              <a:t>2. Detect - flag problems per source</a:t>
            </a:r>
          </a:p>
          <a:p>
            <a:r>
              <a:rPr lang="en-IN"/>
              <a:t>3. Correlate - group related problems into ONE incident</a:t>
            </a:r>
          </a:p>
          <a:p>
            <a:r>
              <a:rPr lang="en-IN"/>
              <a:t>4. Diagnose - AI root cause (Mule + infra + precedent)</a:t>
            </a:r>
          </a:p>
          <a:p>
            <a:r>
              <a:rPr lang="en-IN"/>
              <a:t>5. Act - recommend fix + file ServiceNow ticket</a:t>
            </a:r>
          </a:p>
          <a:p>
            <a:r>
              <a:rPr lang="en-IN"/>
              <a:t>6. Learn - resolved ticket becomes precedent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432353-0DBB-D16A-D46F-50766BA10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Demo Flow - Architect's Guide   |   Internal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277D1-F57F-F843-3719-71001F447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10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533C0-8B1D-5B52-29D9-CAB1F37EE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Three Pillars, One Incident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7F596-0838-9924-D90A-95B82D5D9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BPM / integration: Appian (x3), Mule</a:t>
            </a:r>
          </a:p>
          <a:p>
            <a:r>
              <a:rPr lang="en-US"/>
              <a:t>Infrastructure / runtime: Prometheus, Fluentd</a:t>
            </a:r>
          </a:p>
          <a:p>
            <a:r>
              <a:rPr lang="en-US"/>
              <a:t>Desktop: not wired yet (roadmap)</a:t>
            </a:r>
          </a:p>
          <a:p>
            <a:r>
              <a:rPr lang="en-US"/>
              <a:t>Value = correlating ACROSS pillars: downstream vs our-host, backed by a past fix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FE8B11-87FA-B3BD-CA73-6ECD9363E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Demo Flow - Architect's Guide   |   Internal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20320-C6DF-77DF-04A5-AF05FC4CF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01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F233-7E4A-539E-B46F-9319ABBD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Before the Meeting (prep, off-screen)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2F59A-A4A8-1675-0BD1-5FB1D2579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seed_demo_history.py  -&gt;  load demo precedents</a:t>
            </a:r>
          </a:p>
          <a:p>
            <a:r>
              <a:rPr lang="en-US"/>
              <a:t>demo_full.py          -&gt;  run all sources, one pass</a:t>
            </a:r>
          </a:p>
          <a:p>
            <a:r>
              <a:rPr lang="en-US"/>
              <a:t>streamlit run app/ui/streamlit_app.py  -&gt;  leave UI open</a:t>
            </a:r>
          </a:p>
          <a:p>
            <a:r>
              <a:rPr lang="en-US"/>
              <a:t>Present the pre-run results - no live run needed in front of the customer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CCD7B7-6705-CF64-7595-72BC54A57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Demo Flow - Architect's Guide   |   Internal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FFA14-3DB8-1055-0C79-F1AD15F44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586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56EC7-5EE3-92C7-334A-709175B4C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Live Demo (1) - Frame &amp; Correlate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9482A-D331-EE38-3C38-6576952C8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SAY: 'Credit-check timing out, processes piling up, users erroring, host under memory pressure - all at once. Four teams, four dashboards. Watch this.'</a:t>
            </a:r>
          </a:p>
          <a:p>
            <a:r>
              <a:rPr lang="en-US"/>
              <a:t>SHOW: Root-Cause Reports -&gt; expand the top report -&gt; incident_sources (5 sources in ONE incident)</a:t>
            </a:r>
          </a:p>
          <a:p>
            <a:r>
              <a:rPr lang="en-US"/>
              <a:t>SHOW: the evidence chain - each source contributes a clue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32071A-93E6-CDE5-C2C3-BBACC6CAF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Demo Flow - Architect's Guide   |   Internal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CD2198-582C-D5B1-F32E-7D7D8748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027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C7EC5-83E6-216B-23EB-FD6C43AC7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Live Demo (2) - Diagnose &amp; Remember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18431-DE7A-0C25-FB59-8EFA9FC49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SAY: 'It weighed the layers and named the cause - the webapp under pressure, not the downstream.'</a:t>
            </a:r>
          </a:p>
          <a:p>
            <a:r>
              <a:rPr lang="en-US"/>
              <a:t>SHOW: the Summary (root cause)</a:t>
            </a:r>
          </a:p>
          <a:p>
            <a:r>
              <a:rPr lang="en-US"/>
              <a:t>SHOW: 'Similar past incidents' panel - INC0011880 at 72%, with the past fix</a:t>
            </a:r>
          </a:p>
          <a:p>
            <a:r>
              <a:rPr lang="en-US"/>
              <a:t>SAY: 'It remembers. The engineer starts with the proven fix.'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ED877B-208C-8B00-C9F3-E927F1B7B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Demo Flow - Architect's Guide   |   Internal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952D3D-109E-E8EE-4E63-7D75117E3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729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9D72-A7F8-D1C0-C27C-9F4C5E85D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Live Demo (3) - Act &amp; Close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2C534-BF75-E874-5F36-69961973B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SHOW: Recommended actions (optional: open the real ServiceNow ticket)</a:t>
            </a:r>
          </a:p>
          <a:p>
            <a:r>
              <a:rPr lang="en-US"/>
              <a:t>SAY: 'It recommends the fix and files the ticket automatically.'</a:t>
            </a:r>
          </a:p>
          <a:p>
            <a:r>
              <a:rPr lang="en-US"/>
              <a:t>CLOSE: 'All your logs in; one diagnosed incident, the proven fix, a ready ticket out - no manual triage. And it gets smarter every time.'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7C4D78-8CB5-6742-E911-A249475F1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Demo Flow - Architect's Guide   |   Internal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4BCB0-C75E-F067-3429-D08398CC2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850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F223D-5923-0552-DED8-9694A1A6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Each Step Shows in the UI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A78AA-A843-193A-EDCE-50412310D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Ingest  -&gt;  Events Explorer (+ Overview)</a:t>
            </a:r>
          </a:p>
          <a:p>
            <a:r>
              <a:rPr lang="en-US"/>
              <a:t>Detect  -&gt;  Findings</a:t>
            </a:r>
          </a:p>
          <a:p>
            <a:r>
              <a:rPr lang="en-US"/>
              <a:t>Correlate / Diagnose / Precedent / Act  -&gt;  Root-Cause Reports (expand a report)</a:t>
            </a:r>
          </a:p>
          <a:p>
            <a:r>
              <a:rPr lang="en-US"/>
              <a:t>How correlation works  -&gt;  Cases (one job, multiple sources, one timeline)</a:t>
            </a:r>
          </a:p>
          <a:p>
            <a:r>
              <a:rPr lang="en-US"/>
              <a:t>Approvals queue  -&gt;  Pending Approvals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EC1C2C-A5BF-710C-022E-9C5D2720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Demo Flow - Architect's Guide   |   Internal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C64B7-169E-7D8C-0D3E-3035A617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341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A3523-C95B-4F51-D561-FBD9919B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The Wow Beats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18749-5D3F-BE5D-0377-16A0623E0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Five sources, one incident - automatic correlation</a:t>
            </a:r>
          </a:p>
          <a:p>
            <a:r>
              <a:rPr lang="en-US"/>
              <a:t>It weighed the layers and picked the real cause</a:t>
            </a:r>
          </a:p>
          <a:p>
            <a:r>
              <a:rPr lang="en-US"/>
              <a:t>It remembered how we fixed it (with a confidence %)</a:t>
            </a:r>
          </a:p>
          <a:p>
            <a:r>
              <a:rPr lang="en-US"/>
              <a:t>It stays silent when unsure - no precedent below 60%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1B2B2C-DBFC-1AE2-4D59-B02FCB02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Demo Flow - Architect's Guide   |   Internal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C128A-D350-1F78-F39D-4C7133B7F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612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8FCC-AF45-70A1-D33A-759014DE6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Q&amp;A - Likely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DB1B7-8FD1-5D8E-2FA3-D56CD042F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'Is the AI guessing?' -&gt; No: detection &amp; correlation are deterministic; AI only narrates cited evidence</a:t>
            </a:r>
          </a:p>
          <a:p>
            <a:r>
              <a:rPr lang="en-US"/>
              <a:t>'Why not always 100% confident?' -&gt; Honest: cautious with one pillar, confident when layers agree</a:t>
            </a:r>
          </a:p>
          <a:p>
            <a:r>
              <a:rPr lang="en-US"/>
              <a:t>'Did you change the core?' -&gt; No: sources plug in via config; the engine is untouched</a:t>
            </a:r>
          </a:p>
          <a:p>
            <a:r>
              <a:rPr lang="en-US"/>
              <a:t>'How does it correlate?' -&gt; shared job/host id + overlapping time window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139A5-59BF-FCCF-BCAA-6B3DD6372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Demo Flow - Architect's Guide   |   Internal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D7F4E-1DD5-72DE-2B14-3C73C148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1FB8-293E-4FFE-9717-8C2B6B7D4E0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563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50C43-E54D-5D46-4609-CD67DA5C5D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Go Win the Room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697A0-A33E-3354-A167-9709A1BEA9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Logs in -&gt; diagnosed incident, proven fix, ready ticket - getting smarter every time.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0961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856</Words>
  <Application>Microsoft Office PowerPoint</Application>
  <PresentationFormat>On-screen Show (16:9)</PresentationFormat>
  <Paragraphs>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Century Gothic</vt:lpstr>
      <vt:lpstr>Wingdings 3</vt:lpstr>
      <vt:lpstr>Ion Boardroom</vt:lpstr>
      <vt:lpstr>Demo Flow - Architect's Guide</vt:lpstr>
      <vt:lpstr>The 30-Second Pitch</vt:lpstr>
      <vt:lpstr>What It Does - 6 Steps</vt:lpstr>
      <vt:lpstr>Three Pillars, One Incident</vt:lpstr>
      <vt:lpstr>Before the Meeting (prep, off-screen)</vt:lpstr>
      <vt:lpstr>Live Demo (1) - Frame &amp; Correlate</vt:lpstr>
      <vt:lpstr>Live Demo (2) - Diagnose &amp; Remember</vt:lpstr>
      <vt:lpstr>Live Demo (3) - Act &amp; Close</vt:lpstr>
      <vt:lpstr>Where Each Step Shows in the UI</vt:lpstr>
      <vt:lpstr>The Wow Beats</vt:lpstr>
      <vt:lpstr>Q&amp;A - Likely Questions</vt:lpstr>
      <vt:lpstr>Go Win the Room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Rana, Dewasheesh (Cognizant)</dc:creator>
  <cp:lastModifiedBy>Rana, Dewasheesh (Cognizant)</cp:lastModifiedBy>
  <cp:revision>1</cp:revision>
  <dcterms:created xsi:type="dcterms:W3CDTF">2026-06-23T07:09:46Z</dcterms:created>
  <dcterms:modified xsi:type="dcterms:W3CDTF">2026-06-23T07:09:47Z</dcterms:modified>
</cp:coreProperties>
</file>